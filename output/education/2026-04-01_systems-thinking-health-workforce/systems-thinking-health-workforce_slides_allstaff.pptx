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Noto Sans CJK JP"/>
              </a:rPr>
              <a:t>みんなで考える「つながり」の医療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— システム思考って何だろう？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対象: 全スタッフ | 10分 | ガニェの9教授事象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こんな経験、ありませんか？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Noto Sans CJK JP"/>
              </a:rPr>
              <a:t>ある日の病棟で...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看護師Aさん: 「退院は明日って聞いてますけど、ケアマネさんまだ来てないですよね？」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リハビリBさん: 「え、退院延期になったんじゃ？」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医師Cさん: 「家族への説明はMSWさんがやってくれるって…」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MSW Dさん: 「私、今日初めてこの患者さんの話聞いたんですけど…」</a:t>
            </a:r>
          </a:p>
          <a:p>
            <a:r>
              <a:rPr sz="1800" b="1">
                <a:solidFill>
                  <a:srgbClr val="FFFFFF"/>
                </a:solidFill>
                <a:latin typeface="Noto Sans CJK JP"/>
              </a:rPr>
              <a:t>みんな一生懸命やっているのに、なぜかうまく回らない。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それは「人」の問題ではなく、**「つながり方」の問題**かもしれません。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今日のゴール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0E0E0"/>
                </a:solidFill>
                <a:latin typeface="Noto Sans CJK JP"/>
              </a:rPr>
              <a:t>この10分が終わったら：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1. **ざっくり説明できる**: 「システム思考」ってこういうこと、と同僚に伝えられる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2. **自分の仕事に1つ使える**: 「つながり」を意識した行動を1つ始められる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3. **振り返れる**: うまくいった / いかなかったを「仕組み」の視点で見られる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「システム思考」をひとことで言うと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木を見て、森も見る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いつもの考え方  |  システム思考</a:t>
            </a:r>
          </a:p>
          <a:p/>
          <a:p>
            <a:r>
              <a:rPr sz="1400" b="0">
                <a:solidFill>
                  <a:srgbClr val="CCCCCC"/>
                </a:solidFill>
                <a:latin typeface="Noto Sans CJK JP"/>
              </a:rPr>
              <a:t>  「誰が悪い？」  |  「仕組みのどこが詰まっている？」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問題を1つずつ潰す  |  問題のつながりを見る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うまくいかない → もっと頑張る  |  うまくいかない → やり方を変える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WHOも言っています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「医療の人材は孤立した労働力ではなく、地域・教育・技術・お金・リーダーシップが**つながったエコシステム**の中にいる」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— WHO/NHS England ウェビナー（2026年1月）</a:t>
            </a:r>
          </a:p>
          <a:p>
            <a:r>
              <a:rPr sz="1800" b="1">
                <a:solidFill>
                  <a:srgbClr val="FFFFFF"/>
                </a:solidFill>
                <a:latin typeface="Noto Sans CJK JP"/>
              </a:rPr>
              <a:t>あなたも、このエコシステムの大事な一部です。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3つのキーワード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1. つながりの輪（フィードバックループ）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忙しい → ミスが増える → 確認作業が増える → もっと忙しい → ...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こういう「ぐるぐる」を見つけることが第一歩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悪い輪もあれば、良い輪もある（声かけ → 安心 → 余裕 → もっと声かけ）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2. 全体から生まれるもの（創発）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「いい人」を集めても「いいチーム」になるとは限らない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チームの雰囲気・文化は、メンバーの**関わり方**から生まれる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- 1人の行動がチーム全体に波及する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3. 小さなツボ（レバレッジポイント）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全部を変えなくていい。**1箇所変えるだけ**で全体が動くポイントがある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例: 朝のカンファレンスで「今日退院の患者、準備OK？」と一言聞くだけで退院調整がスムーズに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やってみよう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グループ対話（3〜4人、3分）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**お題**: あなたの部署で「ぐるぐる回っている悪循環」を1つ見つけてください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例: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ナースコール多い → 記録が後回し → 申し送りが雑に → 次の勤務者が困る → ナースコール対応が遅れる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薬の問い合わせが多い → 薬剤師が病棟に来られない → 疑義照会が溜まる → まとめて対応 → 待ち時間が長い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**次に**: その悪循環の中で「ここを1つ変えたら全体が良くなりそう」というポイントを見つけてください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B5F6"/>
                </a:solidFill>
                <a:latin typeface="Noto Sans CJK JP"/>
              </a:rPr>
              <a:t>明日からできること + 参考情報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Noto Sans CJK JP"/>
              </a:rPr>
              <a:t>職種別アクション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職種  |  明日からやってみること</a:t>
            </a:r>
          </a:p>
          <a:p/>
          <a:p>
            <a:r>
              <a:rPr sz="1400" b="0">
                <a:solidFill>
                  <a:srgbClr val="CCCCCC"/>
                </a:solidFill>
                <a:latin typeface="Noto Sans CJK JP"/>
              </a:rPr>
              <a:t>  看護師  |  申し送りで「この患者に関わっている人、全員伝わってる？」と確認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リハビリ  |  退院に向けたリハ計画を、看護師・MSWと**一緒に**立てる場を作る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薬剤師  |  処方変更時に「この変更が患者の生活にどう影響するか」を一言添える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事務  |  予約・書類の流れで「ここで情報が止まっている」箇所を1つ見つける</a:t>
            </a:r>
          </a:p>
          <a:p>
            <a:r>
              <a:rPr sz="1400" b="0">
                <a:solidFill>
                  <a:srgbClr val="CCCCCC"/>
                </a:solidFill>
                <a:latin typeface="Noto Sans CJK JP"/>
              </a:rPr>
              <a:t>  全員共通  |  「なぜうまくいかないか」を**人**ではなく**仕組み**で考えてみる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覚えておきたい1つのこと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**うまくいかないとき、「誰が悪い」ではなく「どこが詰まっている」と考える。**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A5D6A7"/>
                </a:solidFill>
                <a:latin typeface="Noto Sans CJK JP"/>
              </a:rPr>
              <a:t>  それだけで、チームの会話が変わります。</a:t>
            </a:r>
          </a:p>
          <a:p>
            <a:r>
              <a:rPr sz="2200" b="1">
                <a:solidFill>
                  <a:srgbClr val="FFB74D"/>
                </a:solidFill>
                <a:latin typeface="Noto Sans CJK JP"/>
              </a:rPr>
              <a:t>もっと知りたい方へ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WHO — Embracing Complexity: Systems Thinking for Health Workforce (2026)</a:t>
            </a:r>
          </a:p>
          <a:p>
            <a:r>
              <a:rPr sz="1600" b="0">
                <a:solidFill>
                  <a:srgbClr val="E0E0E0"/>
                </a:solidFill>
                <a:latin typeface="Noto Sans CJK JP"/>
              </a:rPr>
              <a:t>  - ドネラ・メドウズ 著『世界はシステムで動く』（英治出版）— システム思考の入門書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