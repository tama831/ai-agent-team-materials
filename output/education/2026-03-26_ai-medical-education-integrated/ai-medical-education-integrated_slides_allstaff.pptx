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AF3E8"/>
                </a:solidFill>
                <a:latin typeface="Calibri"/>
              </a:defRPr>
            </a:pPr>
            <a:r>
              <a:t>AI × 医学教育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D47B56"/>
                </a:solidFill>
                <a:latin typeface="Calibri"/>
              </a:defRPr>
            </a:pPr>
            <a:r>
              <a:t>— 知っておきたい3つのこと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10312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9E8A7E"/>
                </a:solidFill>
                <a:latin typeface="Calibri"/>
              </a:defRPr>
            </a:pPr>
            <a:r>
              <a:t>全スタッフ向け 20分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6400800" cy="10972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7A5C4F"/>
                </a:solidFill>
                <a:latin typeface="Calibri"/>
              </a:defRPr>
            </a:pPr>
            <a:r>
              <a:t>80%超の医師がAIを臨床で使い始めている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7A5C4F"/>
                </a:solidFill>
                <a:latin typeface="Calibri"/>
              </a:defRPr>
            </a:pPr>
            <a:r>
              <a:t>でも「使い方」を教わった人はほとんどいない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AIにできること・できないこと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7A5C4F"/>
                </a:solidFill>
                <a:latin typeface="Calibri"/>
              </a:defRPr>
            </a:pPr>
            <a:r>
              <a:t>得意なこと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47472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t>大量の情報を素早く整理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t>文章の要約・翻訳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t>パターンの認識（画像・数値）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t>24時間365日、疲れない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097280"/>
            <a:ext cx="4114800" cy="2743200"/>
          </a:xfrm>
          <a:prstGeom prst="rect">
            <a:avLst/>
          </a:prstGeom>
          <a:solidFill>
            <a:srgbClr val="F5EEE5"/>
          </a:solidFill>
          <a:ln w="12700">
            <a:solidFill>
              <a:srgbClr val="9E8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14300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3A3A3A"/>
                </a:solidFill>
                <a:latin typeface="Calibri"/>
              </a:defRPr>
            </a:pPr>
            <a:r>
              <a:t>苦手なこと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54480"/>
            <a:ext cx="36576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t>患者さんの気持ちを理解する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「いつもと違う」に気づく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t>責任を持って判断する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t>嘘をつくことがある（ハルシネーション）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54864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20624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t>AIは「道具」であって「判断者」ではない。</a:t>
            </a:r>
            <a:br/>
            <a:r>
              <a:t>使う人の責任と判断が常に必要です。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t>AI同士が協力する時代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9E8A7E"/>
                </a:solidFill>
                <a:latin typeface="Calibri"/>
              </a:defRPr>
            </a:pPr>
            <a:r>
              <a:t>チーム医療と同じ。1人の天才より、専門家チームが強い。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645920"/>
            <a:ext cx="457200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7A5C4F"/>
                </a:solidFill>
                <a:latin typeface="Calibri"/>
              </a:defRPr>
            </a:pPr>
            <a:r>
              <a:t>リーダーAI（総合調整）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t>検査AI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3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3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t>画像AI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5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t>薬剤AI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7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7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t>文献AI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t>実際の成果（Mount Sinai研究）: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7724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t>チームAIが単独AIより正確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t>コストは最大65分の1に削減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t>患者が増えても質が落ちない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t>AIを使うときに気をつけること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t>⚠ もっともらしい嘘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18872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AIは自信満々に間違えます。</a:t>
            </a:r>
            <a:br/>
            <a:r>
              <a:t>必ず確認を。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t>⚠ 引きずられる危険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3774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AIの最初の答えに引きずられがち。</a:t>
            </a:r>
            <a:br/>
            <a:r>
              <a:t>自分の判断を先に持つ。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39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t>⚠ 個人情報の取り扱い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56616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t>患者情報をAIに入力する際は</a:t>
            </a:r>
            <a:br/>
            <a:r>
              <a:t>施設のルールを確認。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AF3E8"/>
                </a:solidFill>
                <a:latin typeface="Calibri"/>
              </a:defRPr>
            </a:pPr>
            <a:r>
              <a:t>隣の人と話してみましょう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D47B56"/>
                </a:solidFill>
                <a:latin typeface="Calibri"/>
              </a:defRPr>
            </a:pPr>
            <a:r>
              <a:t>3分間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4864" cy="16459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828800"/>
            <a:ext cx="720547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6949440" cy="14996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あなたの業務で、AIが役立ちそうな場面は</a:t>
            </a:r>
            <a:br/>
            <a:r>
              <a:t>どんなところですか？</a:t>
            </a:r>
            <a:br/>
            <a:br/>
            <a:r>
              <a:t>逆に、「ここはAIに任せたくない」と思う場面は？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9E8A7E"/>
                </a:solidFill>
                <a:latin typeface="Calibri"/>
              </a:defRPr>
            </a:pPr>
            <a:r>
              <a:t>正解はありません。感じたことを共有してください。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Calibri"/>
              </a:defRPr>
            </a:pPr>
            <a:r>
              <a:t>3つだけ覚えてください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96012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AIは道具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便利だけど「判断」はしない。</a:t>
            </a:r>
            <a:br/>
            <a:r>
              <a:t>責任は常に人間にある。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0279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AI同士が協力する時代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チーム医療のAI版。</a:t>
            </a:r>
            <a:br/>
            <a:r>
              <a:t>1つのAIより正確で安い。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39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t>使い方を学ぶのは今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t>80%の医師が使い始めた。</a:t>
            </a:r>
            <a:br/>
            <a:r>
              <a:t>取り残されないために。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